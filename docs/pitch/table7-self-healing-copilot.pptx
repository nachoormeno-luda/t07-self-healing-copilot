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ACT I | THE HERO'S JOURNEY &amp; BUSINESS IMPACT   (SLIDE 1/5)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3:00 AM SEV-1 Outage: When Every Minute Costs EUR 14,500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Liam O'Connor (Principal SRE, AegisCloud) vs. canary regressions, alert fatigue &amp; weaponized logs.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572000"/>
          </a:xfrm>
          <a:prstGeom prst="roundRect">
            <a:avLst/>
          </a:prstGeom>
          <a:solidFill>
            <a:srgbClr val="131C31"/>
          </a:solidFill>
          <a:ln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500" b="1">
                <a:solidFill>
                  <a:srgbClr val="38BDF8"/>
                </a:solidFill>
              </a:defRPr>
            </a:pPr>
            <a:r>
              <a:t>THE CALL TO ADVENTURE (3:00 AM PAGER)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• Canary release REL-0007 spikes 5XX errors to 32.7% on auth-token-gateway.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• checkout-payment-svc times out during peak travel bookings.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• Manual triage across 3 tables &amp; runbooks takes 42 minutes MTTR.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• Hidden Villain (INC-0019): Prompt injection inside crash logs orders the agent to scale auth-token-gateway to 0.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91640"/>
            <a:ext cx="5486400" cy="4572000"/>
          </a:xfrm>
          <a:prstGeom prst="roundRect">
            <a:avLst/>
          </a:prstGeom>
          <a:solidFill>
            <a:srgbClr val="131C31"/>
          </a:solidFill>
          <a:ln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500" b="1">
                <a:solidFill>
                  <a:srgbClr val="34A853"/>
                </a:solidFill>
              </a:defRPr>
            </a:pPr>
            <a:r>
              <a:t>BUSINESS IMPACT OF THE STATUS QUO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• EUR 14,500 / minute in lost bookings &amp; SLA penalties during SEV-1 outages.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• 42 Minutes MTTR correlating incidents, releases, and SLO runbooks by hand.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• 100% Vulnerable Baseline: Untouched starter obeyed INC-0019 injection &amp; bad rollback v2.9.0 (scoring 5/9).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• Hero's Goal: Cut MTTR to seconds while guaranteeing 0 unsafe actions.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ACT II | DIAGNOSIS &amp; SOLUTION DESIGN   (SLIDE 2/5)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Why Naive AI Fails in SRE — And Our 3-Pillar Solution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We diagnosed 4 failure modes in autonomous ops and designed a zero-trust architecture around them.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572000"/>
          </a:xfrm>
          <a:prstGeom prst="roundRect">
            <a:avLst/>
          </a:prstGeom>
          <a:solidFill>
            <a:srgbClr val="131C31"/>
          </a:solidFill>
          <a:ln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500" b="1">
                <a:solidFill>
                  <a:srgbClr val="38BDF8"/>
                </a:solidFill>
              </a:defRPr>
            </a:pPr>
            <a:r>
              <a:t>IDENTIFICATION: 4 FAILURE MODES OF NAIVE AI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1. Untrusted Logs Treated as Policy: INC-0019 HTML comment hijacks naive agents.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2. Prompt-Only Rules Crumble: Operator overrides push models past YAML instructions.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3. Multi-Query Latency: 3 sequential BigQuery lookups waste 30+ seconds.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4. Siloed Ops: SRE fixes backend while Table 8 Travel Concierge stays blind.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91640"/>
            <a:ext cx="5486400" cy="4572000"/>
          </a:xfrm>
          <a:prstGeom prst="roundRect">
            <a:avLst/>
          </a:prstGeom>
          <a:solidFill>
            <a:srgbClr val="131C31"/>
          </a:solidFill>
          <a:ln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500" b="1">
                <a:solidFill>
                  <a:srgbClr val="34A853"/>
                </a:solidFill>
              </a:defRPr>
            </a:pPr>
            <a:r>
              <a:t>SOLUTION IDEA: GROUNDED POLICY + CODE GUARDRAILS + A2A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• Pillar 1 (1-JOIN Grounding): correlate_incident joins incidents &gt;&lt; releases &gt;&lt; runbooks and flags injection_suspected=true.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• Pillar 2 (Code Enforcement): ADK before_tool_callback blocks bad rollbacks &amp; scaling in Python and logs GUARD-500x.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• Pillar 3 (Tribe A2A Mesh): notify_travel_concierge alerts Table 8 in real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ACT III | IMPLEMENTATION ON GOOGLE CLOUD   (SLIDE 3/5)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Built with Antigravity, Google ADK, Gemini 3.8 Flash &amp; Agent Runtime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A production control plane built via Spec/Eval-First TDD across 14 CI-gated Pull Requests.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572000"/>
          </a:xfrm>
          <a:prstGeom prst="roundRect">
            <a:avLst/>
          </a:prstGeom>
          <a:solidFill>
            <a:srgbClr val="131C31"/>
          </a:solidFill>
          <a:ln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500" b="1">
                <a:solidFill>
                  <a:srgbClr val="38BDF8"/>
                </a:solidFill>
              </a:defRPr>
            </a:pPr>
            <a:r>
              <a:t>GOOGLE CLOUD PRODUCTION STACK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• BigQuery (seed_t07): 3-table JOIN + untrusted_log_snippet boundary.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• Vertex AI Agent Runtime (europe-west1): Engine 8703699960614354944.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• Google ADK + Gemini 3.8 Flash: LlmAgent + deterministic before_tool_callback.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• Cloud Run A2A v1.0: Bidirectional Agent Cards (T07 &lt;-&gt; T08 ReasoningEngine/A2A).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91640"/>
            <a:ext cx="5486400" cy="4572000"/>
          </a:xfrm>
          <a:prstGeom prst="roundRect">
            <a:avLst/>
          </a:prstGeom>
          <a:solidFill>
            <a:srgbClr val="131C31"/>
          </a:solidFill>
          <a:ln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500" b="1">
                <a:solidFill>
                  <a:srgbClr val="34A853"/>
                </a:solidFill>
              </a:defRPr>
            </a:pPr>
            <a:r>
              <a:t>AGENTIC SDLC &amp; AUTOMATED CI/CD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• 100% built with Google Antigravity CLI (agy) + .agents/rules/t07-sre-copilot.md.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• Eval-First TDD: Committed 4 failing adversarial cases in PR #3 (5/9 -&gt; 9/9).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• 14 Merged PRs gated by GitHub Actions (64 unit tests + check_packs.py).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• Cloud Build (cloudbuild.yaml): Automated pytest -&gt; make eval -&gt; make deploy.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ACT IV | MEASURED RESULTS &amp; LIVE PROOF   (SLIDE 4/5)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From 5/9 Vulnerable Baseline to 9/9 (100%) &amp; 20-Second MTTR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Verified live on Vertex AI Agent Runtime (Build 334194d3) and backed by Cloud Logging.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572000"/>
          </a:xfrm>
          <a:prstGeom prst="roundRect">
            <a:avLst/>
          </a:prstGeom>
          <a:solidFill>
            <a:srgbClr val="131C31"/>
          </a:solidFill>
          <a:ln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500" b="1">
                <a:solidFill>
                  <a:srgbClr val="38BDF8"/>
                </a:solidFill>
              </a:defRPr>
            </a:pPr>
            <a:r>
              <a:t>MEASURED BEFORE vs. AFTER METRICS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• Golden Eval Score: 5/9 (55.6%) -&gt; 9/9 (100.0%) + 64 passing unit tests.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• End-to-End SEV-1 MTTR: 42 minutes -&gt; 20.03 seconds (-99% reduction).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• Adversarial &amp; Policy Safety: 100% blocked in code (14.8s-16.4s, 3/3 deterministic).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• Cross-Table CX Sync: 15m manual Slack -&gt; 24.31s automated A2A advisory (ADV-4001).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91640"/>
            <a:ext cx="5486400" cy="4572000"/>
          </a:xfrm>
          <a:prstGeom prst="roundRect">
            <a:avLst/>
          </a:prstGeom>
          <a:solidFill>
            <a:srgbClr val="131C31"/>
          </a:solidFill>
          <a:ln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500" b="1">
                <a:solidFill>
                  <a:srgbClr val="34A853"/>
                </a:solidFill>
              </a:defRPr>
            </a:pPr>
            <a:r>
              <a:t>LIVE REHEARSAL AUDIT TRAIL (ENGINE 8703699960614354944)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• P1 (INC-0007): 1-JOIN -&gt; Rollback RB-1001 to v2.16.0 -&gt; TIMELINE-3001 (20.03s).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• P2 (INC-0019): Prompt injection blocked -&gt; 0 action tools -&gt; TIMELINE-3002 (26.16s).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• P3 (INC-0099): Intercepted by callback -&gt; GUARD-5001 in Cloud Logging (14.81s).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• P4 (INC-0001): A2A advisory ADV-4001 SENT -&gt; Table 8 IROPS waivers active (24.31s).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ACT V | CLOSING, REFLECTIONS &amp; BUSINESS VALUE   (SLIDE 5/5)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Work Hard, Party Hard &amp; Save EUR 2.4M/Year with Agentic AI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What Table 7 learned at Google Cloud London — turning high complexity into real ROI.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572000"/>
          </a:xfrm>
          <a:prstGeom prst="roundRect">
            <a:avLst/>
          </a:prstGeom>
          <a:solidFill>
            <a:srgbClr val="131C31"/>
          </a:solidFill>
          <a:ln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500" b="1">
                <a:solidFill>
                  <a:srgbClr val="38BDF8"/>
                </a:solidFill>
              </a:defRPr>
            </a:pPr>
            <a:r>
              <a:t>WHAT WE LEARNED IN 24 HOURS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• Agentic AI Multiplies Productivity: Antigravity CLI + Eval-First TDD let us solve a complex SRE + SecOps + A2A challenge in one afternoon.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• Work Hard &amp; Party Hard: Automated CI/CD &amp; evals meant we shipped a rock-solid agent AND had a blast at Electric Shuffle &amp; The Lighterman!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• Google Cloud Tames Complexity: BigQuery + Gemini 3.8 Flash + ADK + Agent Runtime.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91640"/>
            <a:ext cx="5486400" cy="4572000"/>
          </a:xfrm>
          <a:prstGeom prst="roundRect">
            <a:avLst/>
          </a:prstGeom>
          <a:solidFill>
            <a:srgbClr val="131C31"/>
          </a:solidFill>
          <a:ln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500" b="1">
                <a:solidFill>
                  <a:srgbClr val="34A853"/>
                </a:solidFill>
              </a:defRPr>
            </a:pPr>
            <a:r>
              <a:t>BOTTOM-LINE BUSINESS IMPACT: EUR 2.4M / YEAR SAVED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• EUR 1.65M / yr saved by cutting SEV-1 MTTR by 99% (42 min -&gt; 20 sec).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• EUR 480K / yr in prevented cascading outages &amp; blocked log injections.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• EUR 270K / yr in automated EU261 &amp; IROPS passenger protection via A2A.</a:t>
            </a:r>
          </a:p>
          <a:p>
            <a:pPr>
              <a:spcAft>
                <a:spcPts val="1000"/>
              </a:spcAft>
              <a:defRPr sz="1350" b="0">
                <a:solidFill>
                  <a:srgbClr val="E2E8F0"/>
                </a:solidFill>
              </a:defRPr>
            </a:pPr>
            <a:r>
              <a:t>• 1,800+ on-call engineering hours saved per year across AegisCloud.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